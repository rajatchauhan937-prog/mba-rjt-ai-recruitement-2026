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BDA2799E-2758-405B-9022-74C575E5722B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114A7FC5-C381-499B-8B1D-262C1B40E9D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799E-2758-405B-9022-74C575E5722B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7FC5-C381-499B-8B1D-262C1B40E9D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799E-2758-405B-9022-74C575E5722B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7FC5-C381-499B-8B1D-262C1B40E9D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799E-2758-405B-9022-74C575E5722B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7FC5-C381-499B-8B1D-262C1B40E9D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DA2799E-2758-405B-9022-74C575E5722B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114A7FC5-C381-499B-8B1D-262C1B40E9D5}" type="slidenum">
              <a:rPr lang="en-IN" smtClean="0"/>
              <a:t>‹#›</a:t>
            </a:fld>
            <a:endParaRPr lang="en-IN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BDA2799E-2758-405B-9022-74C575E5722B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114A7FC5-C381-499B-8B1D-262C1B40E9D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799E-2758-405B-9022-74C575E5722B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7FC5-C381-499B-8B1D-262C1B40E9D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799E-2758-405B-9022-74C575E5722B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7FC5-C381-499B-8B1D-262C1B40E9D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799E-2758-405B-9022-74C575E5722B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7FC5-C381-499B-8B1D-262C1B40E9D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799E-2758-405B-9022-74C575E5722B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7FC5-C381-499B-8B1D-262C1B40E9D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799E-2758-405B-9022-74C575E5722B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7FC5-C381-499B-8B1D-262C1B40E9D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BDA2799E-2758-405B-9022-74C575E5722B}" type="datetimeFigureOut">
              <a:rPr lang="en-IN" smtClean="0"/>
              <a:t>03-04-2026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114A7FC5-C381-499B-8B1D-262C1B40E9D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AI-Based Recruitment and Resume Screening Application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 smtClean="0"/>
              <a:t>Presented by:</a:t>
            </a:r>
            <a:r>
              <a:rPr lang="en-IN" dirty="0" smtClean="0"/>
              <a:t> </a:t>
            </a:r>
            <a:r>
              <a:rPr lang="en-IN" dirty="0" err="1" smtClean="0"/>
              <a:t>Rajat</a:t>
            </a:r>
            <a:r>
              <a:rPr lang="en-IN" dirty="0" smtClean="0"/>
              <a:t> </a:t>
            </a:r>
            <a:r>
              <a:rPr lang="en-IN" dirty="0" err="1" smtClean="0"/>
              <a:t>Chauhan</a:t>
            </a: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76734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Recruitment is a time-consuming process </a:t>
            </a:r>
          </a:p>
          <a:p>
            <a:r>
              <a:rPr lang="en-US" dirty="0" smtClean="0"/>
              <a:t>Companies receive hundreds of resumes </a:t>
            </a:r>
          </a:p>
          <a:p>
            <a:r>
              <a:rPr lang="en-US" dirty="0" smtClean="0"/>
              <a:t>Manual screening is inefficient and error-prone </a:t>
            </a:r>
          </a:p>
          <a:p>
            <a:r>
              <a:rPr lang="en-US" dirty="0" smtClean="0"/>
              <a:t>Need for automation using 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6406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Problem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Manual resume screening takes time</a:t>
            </a:r>
          </a:p>
          <a:p>
            <a:r>
              <a:rPr lang="en-US" dirty="0" smtClean="0"/>
              <a:t> Human bias affects hiring decisions </a:t>
            </a:r>
          </a:p>
          <a:p>
            <a:r>
              <a:rPr lang="en-US" dirty="0" smtClean="0"/>
              <a:t>Difficulty in finding best candidate</a:t>
            </a:r>
          </a:p>
          <a:p>
            <a:r>
              <a:rPr lang="en-US" dirty="0" smtClean="0"/>
              <a:t> Inefficient filtering of resumes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672670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Objectives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Automate resume screening </a:t>
            </a:r>
          </a:p>
          <a:p>
            <a:r>
              <a:rPr lang="en-US" dirty="0" smtClean="0"/>
              <a:t>Improve hiring efficiency </a:t>
            </a:r>
          </a:p>
          <a:p>
            <a:r>
              <a:rPr lang="en-US" dirty="0" smtClean="0"/>
              <a:t>Reduce human effort </a:t>
            </a:r>
          </a:p>
          <a:p>
            <a:r>
              <a:rPr lang="en-US" dirty="0" smtClean="0"/>
              <a:t>Match candidates with job roles </a:t>
            </a:r>
          </a:p>
          <a:p>
            <a:r>
              <a:rPr lang="en-US" dirty="0" smtClean="0"/>
              <a:t>Provide ranking system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966701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Proposed Solution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AI-based resume screening system </a:t>
            </a:r>
          </a:p>
          <a:p>
            <a:r>
              <a:rPr lang="en-US" dirty="0" smtClean="0"/>
              <a:t>Uses NLP and Machine Learning </a:t>
            </a:r>
          </a:p>
          <a:p>
            <a:r>
              <a:rPr lang="en-US" dirty="0" smtClean="0"/>
              <a:t>Extracts skills and experience</a:t>
            </a:r>
          </a:p>
          <a:p>
            <a:r>
              <a:rPr lang="en-US" dirty="0" smtClean="0"/>
              <a:t> Matches resumes with job description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892469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System Architecture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User Interface</a:t>
            </a:r>
          </a:p>
          <a:p>
            <a:r>
              <a:rPr lang="en-IN" dirty="0" smtClean="0"/>
              <a:t> Resume Parser</a:t>
            </a:r>
          </a:p>
          <a:p>
            <a:r>
              <a:rPr lang="en-IN" dirty="0" smtClean="0"/>
              <a:t> NLP Processing </a:t>
            </a:r>
          </a:p>
          <a:p>
            <a:r>
              <a:rPr lang="en-IN" dirty="0" smtClean="0"/>
              <a:t>Matching Algorithm </a:t>
            </a:r>
          </a:p>
          <a:p>
            <a:r>
              <a:rPr lang="en-IN" dirty="0" smtClean="0"/>
              <a:t>Ranking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586542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Technologies Used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Python NLP (NLTK, </a:t>
            </a:r>
            <a:r>
              <a:rPr lang="en-IN" dirty="0" err="1" smtClean="0"/>
              <a:t>spaCy</a:t>
            </a:r>
            <a:r>
              <a:rPr lang="en-IN" dirty="0" smtClean="0"/>
              <a:t>) </a:t>
            </a:r>
          </a:p>
          <a:p>
            <a:r>
              <a:rPr lang="en-IN" dirty="0" smtClean="0"/>
              <a:t>Machine Learning (</a:t>
            </a:r>
            <a:r>
              <a:rPr lang="en-IN" dirty="0" err="1" smtClean="0"/>
              <a:t>Scikit</a:t>
            </a:r>
            <a:r>
              <a:rPr lang="en-IN" dirty="0" smtClean="0"/>
              <a:t>-learn)</a:t>
            </a:r>
          </a:p>
          <a:p>
            <a:r>
              <a:rPr lang="en-IN" dirty="0" smtClean="0"/>
              <a:t> Flask / </a:t>
            </a:r>
            <a:r>
              <a:rPr lang="en-IN" dirty="0" err="1" smtClean="0"/>
              <a:t>Django</a:t>
            </a:r>
            <a:r>
              <a:rPr lang="en-IN" dirty="0" smtClean="0"/>
              <a:t> </a:t>
            </a:r>
          </a:p>
          <a:p>
            <a:r>
              <a:rPr lang="en-IN" dirty="0" smtClean="0"/>
              <a:t>HTML, CSS, JavaScript</a:t>
            </a:r>
          </a:p>
          <a:p>
            <a:r>
              <a:rPr lang="en-IN" dirty="0" smtClean="0"/>
              <a:t> Database (MySQL/SQLite)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653797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Methodology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Upload resume </a:t>
            </a:r>
          </a:p>
          <a:p>
            <a:r>
              <a:rPr lang="en-US" dirty="0" smtClean="0"/>
              <a:t>Extract text </a:t>
            </a:r>
          </a:p>
          <a:p>
            <a:r>
              <a:rPr lang="en-US" dirty="0" smtClean="0"/>
              <a:t>Preprocess data</a:t>
            </a:r>
          </a:p>
          <a:p>
            <a:r>
              <a:rPr lang="en-US" dirty="0" smtClean="0"/>
              <a:t> Apply NLP </a:t>
            </a:r>
          </a:p>
          <a:p>
            <a:r>
              <a:rPr lang="en-US" dirty="0" smtClean="0"/>
              <a:t>Match with job description</a:t>
            </a:r>
          </a:p>
          <a:p>
            <a:r>
              <a:rPr lang="en-US" dirty="0" smtClean="0"/>
              <a:t> Rank candidates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768158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Working Process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Resume uploaded by user</a:t>
            </a:r>
          </a:p>
          <a:p>
            <a:r>
              <a:rPr lang="en-US" dirty="0" smtClean="0"/>
              <a:t> System extracts important data </a:t>
            </a:r>
          </a:p>
          <a:p>
            <a:r>
              <a:rPr lang="en-US" dirty="0" smtClean="0"/>
              <a:t>Compares with job requirements </a:t>
            </a:r>
          </a:p>
          <a:p>
            <a:r>
              <a:rPr lang="en-US" dirty="0" smtClean="0"/>
              <a:t>Generates score </a:t>
            </a:r>
          </a:p>
          <a:p>
            <a:r>
              <a:rPr lang="en-US" dirty="0" smtClean="0"/>
              <a:t>Displays ranked candidates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208985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Features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Resume parsing</a:t>
            </a:r>
          </a:p>
          <a:p>
            <a:r>
              <a:rPr lang="en-US" dirty="0" smtClean="0"/>
              <a:t> Skill extraction </a:t>
            </a:r>
          </a:p>
          <a:p>
            <a:r>
              <a:rPr lang="en-US" dirty="0" smtClean="0"/>
              <a:t>Candidate ranking </a:t>
            </a:r>
          </a:p>
          <a:p>
            <a:r>
              <a:rPr lang="en-US" dirty="0" smtClean="0"/>
              <a:t>Job matching</a:t>
            </a:r>
          </a:p>
          <a:p>
            <a:r>
              <a:rPr lang="en-US" dirty="0" smtClean="0"/>
              <a:t> Fast processing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844590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Advantages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Saves time </a:t>
            </a:r>
          </a:p>
          <a:p>
            <a:r>
              <a:rPr lang="en-US" dirty="0" smtClean="0"/>
              <a:t>Reduces human bias</a:t>
            </a:r>
          </a:p>
          <a:p>
            <a:r>
              <a:rPr lang="en-US" dirty="0" smtClean="0"/>
              <a:t> Improves accuracy </a:t>
            </a:r>
          </a:p>
          <a:p>
            <a:r>
              <a:rPr lang="en-US" dirty="0" smtClean="0"/>
              <a:t>Handles large data </a:t>
            </a:r>
          </a:p>
          <a:p>
            <a:r>
              <a:rPr lang="en-US" dirty="0" smtClean="0"/>
              <a:t>Efficient hiring process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353273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Limitations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Depends on resume format </a:t>
            </a:r>
          </a:p>
          <a:p>
            <a:r>
              <a:rPr lang="en-US" dirty="0" smtClean="0"/>
              <a:t>Limited contextual understanding </a:t>
            </a:r>
          </a:p>
          <a:p>
            <a:r>
              <a:rPr lang="en-US" dirty="0" smtClean="0"/>
              <a:t>Needs training data</a:t>
            </a:r>
          </a:p>
          <a:p>
            <a:r>
              <a:rPr lang="en-US" dirty="0" smtClean="0"/>
              <a:t> May miss soft skills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378060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Future Scope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Deep learning integration </a:t>
            </a:r>
          </a:p>
          <a:p>
            <a:r>
              <a:rPr lang="en-US" dirty="0" smtClean="0"/>
              <a:t>AI-based interviews</a:t>
            </a:r>
          </a:p>
          <a:p>
            <a:r>
              <a:rPr lang="en-US" dirty="0" smtClean="0"/>
              <a:t>Voice recognition </a:t>
            </a:r>
          </a:p>
          <a:p>
            <a:r>
              <a:rPr lang="en-US" dirty="0" smtClean="0"/>
              <a:t>Integration with job portals</a:t>
            </a:r>
          </a:p>
          <a:p>
            <a:r>
              <a:rPr lang="en-US" dirty="0" smtClean="0"/>
              <a:t>Real-time analytics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464799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AI improves recruitment efficiency </a:t>
            </a:r>
          </a:p>
          <a:p>
            <a:r>
              <a:rPr lang="en-US" dirty="0" smtClean="0"/>
              <a:t>Automates resume screening </a:t>
            </a:r>
          </a:p>
          <a:p>
            <a:r>
              <a:rPr lang="en-US" dirty="0" smtClean="0"/>
              <a:t>Helps organizations select best candidates </a:t>
            </a:r>
          </a:p>
          <a:p>
            <a:r>
              <a:rPr lang="en-US" dirty="0" smtClean="0"/>
              <a:t>Reduces manual effort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899563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9632" y="3080543"/>
            <a:ext cx="626469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/>
              <a:t>Thank You!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b="1" dirty="0" smtClean="0"/>
              <a:t>Presented by:</a:t>
            </a:r>
            <a:r>
              <a:rPr lang="en-US" sz="3200" dirty="0" smtClean="0"/>
              <a:t> </a:t>
            </a:r>
            <a:r>
              <a:rPr lang="en-US" sz="3200" dirty="0" err="1" smtClean="0"/>
              <a:t>Rajat</a:t>
            </a:r>
            <a:r>
              <a:rPr lang="en-US" sz="3200" dirty="0" smtClean="0"/>
              <a:t> </a:t>
            </a:r>
            <a:r>
              <a:rPr lang="en-US" sz="3200" dirty="0" err="1" smtClean="0"/>
              <a:t>Chauhan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25316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13</TotalTime>
  <Words>252</Words>
  <Application>Microsoft Office PowerPoint</Application>
  <PresentationFormat>On-screen Show (4:3)</PresentationFormat>
  <Paragraphs>77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Urban</vt:lpstr>
      <vt:lpstr>AI-Based Recruitment and Resume Screening Application</vt:lpstr>
      <vt:lpstr>Introduction</vt:lpstr>
      <vt:lpstr>Problem Statement</vt:lpstr>
      <vt:lpstr>Objectives</vt:lpstr>
      <vt:lpstr>Proposed Solution</vt:lpstr>
      <vt:lpstr>System Architecture</vt:lpstr>
      <vt:lpstr>Technologies Used</vt:lpstr>
      <vt:lpstr>Methodology</vt:lpstr>
      <vt:lpstr>Working Process</vt:lpstr>
      <vt:lpstr>Features</vt:lpstr>
      <vt:lpstr>Advantages</vt:lpstr>
      <vt:lpstr>Limitations</vt:lpstr>
      <vt:lpstr>Future Scope</vt:lpstr>
      <vt:lpstr>Conclusion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Recruitment and Resume Screening Application</dc:title>
  <dc:creator>hp</dc:creator>
  <cp:lastModifiedBy>hp</cp:lastModifiedBy>
  <cp:revision>3</cp:revision>
  <dcterms:created xsi:type="dcterms:W3CDTF">2026-04-03T17:34:02Z</dcterms:created>
  <dcterms:modified xsi:type="dcterms:W3CDTF">2026-04-03T17:47:23Z</dcterms:modified>
</cp:coreProperties>
</file>